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731520"/>
            <a:ext cx="141732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813816"/>
            <a:ext cx="127101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第二单元起步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9509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3440"/>
                </a:solidFill>
                <a:latin typeface="Arial"/>
              </a:rPr>
              <a:t>乘法里的百、十和一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468880"/>
            <a:ext cx="6492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60727B"/>
                </a:solidFill>
                <a:latin typeface="Arial"/>
              </a:rPr>
              <a:t>两、三位数乘一位数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160520"/>
            <a:ext cx="5943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26A70"/>
                </a:solidFill>
                <a:latin typeface="Arial"/>
              </a:rPr>
              <a:t>今天的任务：
把一个数分开看，再把答案合起来。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57400"/>
            <a:ext cx="960120" cy="9601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368296"/>
            <a:ext cx="9601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057400"/>
            <a:ext cx="960120" cy="9601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2368296"/>
            <a:ext cx="9601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81360" y="2057400"/>
            <a:ext cx="960120" cy="96012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2368296"/>
            <a:ext cx="9601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7947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6A70"/>
                </a:solidFill>
                <a:latin typeface="Arial"/>
              </a:rPr>
              <a:t>×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本周学习路线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440"/>
                </a:solidFill>
                <a:latin typeface="Arial"/>
              </a:rPr>
              <a:t>两节课，完成一个乘法学习闭环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混合运算和经过时间
只做短诊断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14884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看懂百、十和一
分别表示什么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242316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4884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独立完成、解释理由
并估一估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148840"/>
            <a:ext cx="242316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14884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331720"/>
            <a:ext cx="1984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最后预热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770632"/>
            <a:ext cx="19659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先估再算
不提前学新算法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5720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只有解释得清楚，才算真的会。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节｜已学内容复现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914400"/>
            <a:ext cx="123444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996696"/>
            <a:ext cx="10881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请独立完成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90472"/>
            <a:ext cx="9875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3440"/>
                </a:solidFill>
                <a:latin typeface="Arial"/>
              </a:rPr>
              <a:t>先写答案，再写第一步做了什么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68880"/>
            <a:ext cx="429768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46888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651760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题 1｜运算顺序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90672"/>
            <a:ext cx="384048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18 − 3 × 4 = ____
你先算哪一步？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429768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651760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题 2｜经过时间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090672"/>
            <a:ext cx="384048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图书馆 8:30 开馆，
17:00 闭馆。开放多久？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54880"/>
            <a:ext cx="9784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不要急着说答案，把你的想法留在纸上。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一天的时间｜快速诊断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051560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在时间线上标出开馆和闭馆时刻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383280"/>
            <a:ext cx="9784080" cy="914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7128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0824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23944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6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5984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94392" y="3218688"/>
            <a:ext cx="9144" cy="32918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3657600"/>
            <a:ext cx="3108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0727B"/>
                </a:solidFill>
                <a:latin typeface="Arial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" y="251460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8:30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514600"/>
            <a:ext cx="777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AA45"/>
                </a:solidFill>
                <a:latin typeface="Arial"/>
              </a:rPr>
              <a:t>17:00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0916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F3440"/>
                </a:solidFill>
                <a:latin typeface="Arial"/>
              </a:rPr>
              <a:t>从 8:30 到 17:00，经过多长时间？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节｜复现反馈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051560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440"/>
                </a:solidFill>
                <a:latin typeface="Arial"/>
              </a:rPr>
              <a:t>先说清楚“从哪里到哪里”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2926080" cy="1874519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48840"/>
            <a:ext cx="64008" cy="1874519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运算顺序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770632"/>
            <a:ext cx="24688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18 − 3 × 4
= 18 − 12
=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148840"/>
            <a:ext cx="2926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2148840"/>
            <a:ext cx="64008" cy="1874519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33172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经过时间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770632"/>
            <a:ext cx="24688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8:30 → 17:00
8 小时 30 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2926080" cy="1874519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64008" cy="1874519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33172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770632"/>
            <a:ext cx="24688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结果要小于
从 8:00 到 17:00 的 9 小时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9966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26A70"/>
                </a:solidFill>
                <a:latin typeface="Arial"/>
              </a:rPr>
              <a:t>已学内容只用来复现，不重新讲一遍。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数数图形｜观察热身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5 个点在一条线上，能组成多少条线段？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3017520"/>
            <a:ext cx="8138160" cy="9144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743200"/>
            <a:ext cx="594360" cy="59436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89504"/>
            <a:ext cx="594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6A70"/>
                </a:solidFill>
                <a:latin typeface="Arial"/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2743200"/>
            <a:ext cx="594360" cy="59436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889504"/>
            <a:ext cx="594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6A70"/>
                </a:solidFill>
                <a:latin typeface="Arial"/>
              </a:rP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2743200"/>
            <a:ext cx="594360" cy="59436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889504"/>
            <a:ext cx="594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6A70"/>
                </a:solidFill>
                <a:latin typeface="Arial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743200"/>
            <a:ext cx="594360" cy="59436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89504"/>
            <a:ext cx="594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6A70"/>
                </a:solidFill>
                <a:latin typeface="Arial"/>
              </a:rPr>
              <a:t>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2743200"/>
            <a:ext cx="594360" cy="594360"/>
          </a:xfrm>
          <a:prstGeom prst="ellipse">
            <a:avLst/>
          </a:prstGeom>
          <a:solidFill>
            <a:srgbClr val="E8F1E8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889504"/>
            <a:ext cx="594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6A70"/>
                </a:solidFill>
                <a:latin typeface="Arial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要求：按顺序记录，怎样才能不重复、不遗漏？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数数图形｜热身反馈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332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从左边的点开始，依次记录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40280"/>
            <a:ext cx="2240280" cy="15544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64008" cy="15544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42316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从 A 出发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62072"/>
            <a:ext cx="1783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AB、AC、AD、AE
4 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24028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240280"/>
            <a:ext cx="64008" cy="15544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242316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从 B 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862072"/>
            <a:ext cx="1783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BC、BD、BE
3 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2240280" cy="15544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240280"/>
            <a:ext cx="64008" cy="15544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42316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从 C、D 出发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62072"/>
            <a:ext cx="1783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CD、CE、DE
2 + 1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240280"/>
            <a:ext cx="2240280" cy="15544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240280"/>
            <a:ext cx="64008" cy="15544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242316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一共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862072"/>
            <a:ext cx="1783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4 + 3 + 2 + 1
= 10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10058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26A70"/>
                </a:solidFill>
                <a:latin typeface="Arial"/>
              </a:rPr>
              <a:t>今天只借用这个方法：有顺序地记录，才能看清结构。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节｜新内容主例题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学校买 3 盒彩笔，每盒 124 支，一共多少支？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331720"/>
            <a:ext cx="2148840" cy="16002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578608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6A70"/>
                </a:solidFill>
                <a:latin typeface="Arial"/>
              </a:rPr>
              <a:t>第 1 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136392"/>
            <a:ext cx="2148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F3440"/>
                </a:solidFill>
                <a:latin typeface="Arial"/>
              </a:rPr>
              <a:t>124 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331720"/>
            <a:ext cx="2148840" cy="16002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578608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6A70"/>
                </a:solidFill>
                <a:latin typeface="Arial"/>
              </a:rPr>
              <a:t>第 2 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36392"/>
            <a:ext cx="2148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F3440"/>
                </a:solidFill>
                <a:latin typeface="Arial"/>
              </a:rPr>
              <a:t>124 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331720"/>
            <a:ext cx="2148840" cy="16002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578608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6A70"/>
                </a:solidFill>
                <a:latin typeface="Arial"/>
              </a:rPr>
              <a:t>第 3 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36392"/>
            <a:ext cx="2148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F3440"/>
                </a:solidFill>
                <a:latin typeface="Arial"/>
              </a:rPr>
              <a:t>124 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36592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问题：3 个 124 合起来是多少？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静想一下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3440"/>
                </a:solidFill>
                <a:latin typeface="Arial"/>
              </a:rPr>
              <a:t>先不列竖式，先把 124 看清楚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468880"/>
            <a:ext cx="4297680" cy="16459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468880"/>
            <a:ext cx="64008" cy="164592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651760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想一想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090672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124 里面有几个百？
几个十？几个一？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468880"/>
            <a:ext cx="4297680" cy="16459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468880"/>
            <a:ext cx="64008" cy="16459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651760"/>
            <a:ext cx="3858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画一画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090672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如果每一部分都乘 3，
该怎样写？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241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把你的分法写在草稿纸上。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节｜分解来看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3440"/>
                </a:solidFill>
                <a:latin typeface="Arial"/>
              </a:rPr>
              <a:t>124 = 100 + 20 + 4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148840"/>
            <a:ext cx="2423160" cy="1874519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05456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100 ×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26A70"/>
                </a:solidFill>
                <a:latin typeface="Arial"/>
              </a:rPr>
              <a:t>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48840"/>
            <a:ext cx="2423160" cy="1874519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505456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20 ×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54680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26A70"/>
                </a:solidFill>
                <a:latin typeface="Arial"/>
              </a:rPr>
              <a:t>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148840"/>
            <a:ext cx="2423160" cy="1874519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05456"/>
            <a:ext cx="2423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3440"/>
                </a:solidFill>
                <a:latin typeface="Arial"/>
              </a:rPr>
              <a:t>4 ×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154680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26A70"/>
                </a:solidFill>
                <a:latin typeface="Arial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3 盒里有 3 个百、6 个十、12 个一。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节｜合起来算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300 + 60 + 12 = 372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331720"/>
            <a:ext cx="288036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3172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514600"/>
            <a:ext cx="2441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百位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53512"/>
            <a:ext cx="24231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100 × 3 = 300
3 个百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331720"/>
            <a:ext cx="2880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33172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7" y="2514600"/>
            <a:ext cx="2441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十位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953512"/>
            <a:ext cx="24231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20 × 3 = 60
6 个十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288036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33172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514600"/>
            <a:ext cx="2441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个位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953512"/>
            <a:ext cx="242316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4 × 3 = 12
12 个一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答：一共 372 支彩笔。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1 节｜估一估，再检查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440"/>
                </a:solidFill>
                <a:latin typeface="Arial"/>
              </a:rPr>
              <a:t>先把 124 看成接近的 120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331720"/>
            <a:ext cx="2834640" cy="14173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61488"/>
            <a:ext cx="2834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6A70"/>
                </a:solidFill>
                <a:latin typeface="Arial"/>
              </a:rPr>
              <a:t>120 × 3 =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700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AA45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331720"/>
            <a:ext cx="2834640" cy="14173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761488"/>
            <a:ext cx="2834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3440"/>
                </a:solidFill>
                <a:latin typeface="Arial"/>
              </a:rPr>
              <a:t>准确结果 372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82312"/>
            <a:ext cx="10149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372 比 360 多一点，很合理。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本周方法卡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440"/>
                </a:solidFill>
                <a:latin typeface="Arial"/>
              </a:rPr>
              <a:t>把数分成几个百、几个十和几个一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2926080" cy="16459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64008" cy="164592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第 1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62072"/>
            <a:ext cx="2468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3440"/>
                </a:solidFill>
                <a:latin typeface="Arial"/>
              </a:rPr>
              <a:t>分开看
124 = 100 + 20 + 4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2240280"/>
            <a:ext cx="64008" cy="16459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第 2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862072"/>
            <a:ext cx="2468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3440"/>
                </a:solidFill>
                <a:latin typeface="Arial"/>
              </a:rPr>
              <a:t>分别乘
100×3、20×3、4×3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240280"/>
            <a:ext cx="2926080" cy="16459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240280"/>
            <a:ext cx="64008" cy="16459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423160"/>
            <a:ext cx="2487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第 3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862072"/>
            <a:ext cx="2468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3440"/>
                </a:solidFill>
                <a:latin typeface="Arial"/>
              </a:rPr>
              <a:t>合起来，再估一估
300 + 60 + 12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先估一估，能帮我们发现明显算错的结果。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节｜独立检测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14300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996696"/>
            <a:ext cx="99669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独立完成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3440"/>
                </a:solidFill>
                <a:latin typeface="Arial"/>
              </a:rPr>
              <a:t>213 × 4 = 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743200"/>
            <a:ext cx="845820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19" y="274320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" y="2926080"/>
            <a:ext cx="80192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请写两件事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364992"/>
            <a:ext cx="8001000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① 先估一估结果大约是多少。
② 任选“分解”或“竖式”说明你的计算。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10149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完成后检查：结果应不应大约在 800 左右？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节｜检测反馈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213 × 4 = 852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60727B"/>
                </a:solidFill>
                <a:latin typeface="Arial"/>
              </a:rPr>
              <a:t>200 × 4 + 10 × 4 + 3 ×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834640"/>
            <a:ext cx="2240280" cy="12344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834640"/>
            <a:ext cx="64008" cy="12344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301752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3456432"/>
            <a:ext cx="17830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4 个百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8346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3480" y="2834640"/>
            <a:ext cx="64008" cy="12344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01752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456432"/>
            <a:ext cx="17830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4 个十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834640"/>
            <a:ext cx="2240280" cy="12344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2834640"/>
            <a:ext cx="64008" cy="12344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017520"/>
            <a:ext cx="1801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456432"/>
            <a:ext cx="17830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440"/>
                </a:solidFill>
                <a:latin typeface="Arial"/>
              </a:rPr>
              <a:t>12 个一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26A70"/>
                </a:solidFill>
                <a:latin typeface="Arial"/>
              </a:rPr>
              <a:t>800 + 40 + 12 = 852；和 200 × 4 约等于 800 相符。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节｜迁移检测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礼堂每排有 132 个座位，共 3 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一共有多少个座位？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88920"/>
            <a:ext cx="420624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78892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97180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410712"/>
            <a:ext cx="3749039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把 132 看成 130，
130 × 3 大约是多少？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4206240" cy="15087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8892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97180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410712"/>
            <a:ext cx="3749039" cy="704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132 里的 2 × 3，
在题目里表示什么？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节｜迁移反馈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1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132 × 3 = 396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4206240" cy="16916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286000"/>
            <a:ext cx="64008" cy="16916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46888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07792"/>
            <a:ext cx="3749039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3440"/>
                </a:solidFill>
                <a:latin typeface="Arial"/>
              </a:rPr>
              <a:t>100×3 + 30×3 + 2×3
= 300 + 90 + 6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4206240" cy="16916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37673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解释个位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07792"/>
            <a:ext cx="3749039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3440"/>
                </a:solidFill>
                <a:latin typeface="Arial"/>
              </a:rPr>
              <a:t>2 × 3 = 6
每排个位上的 2 个座位
重复 3 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26A70"/>
                </a:solidFill>
                <a:latin typeface="Arial"/>
              </a:rPr>
              <a:t>答：一共有 396 个座位。先估 130 × 3 约是 390，也合理。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2 周｜乘法里的百、十和一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25603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节｜课末预习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173736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996696"/>
            <a:ext cx="159105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只预测，不讲新算法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3440"/>
                </a:solidFill>
                <a:latin typeface="Arial"/>
              </a:rPr>
              <a:t>每箱 206 瓶水，4 箱大约有多少瓶？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743200"/>
            <a:ext cx="1737360" cy="12344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182112"/>
            <a:ext cx="1737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440"/>
                </a:solidFill>
                <a:latin typeface="Arial"/>
              </a:rPr>
              <a:t>206 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743200"/>
            <a:ext cx="1737360" cy="12344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3182112"/>
            <a:ext cx="1737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440"/>
                </a:solidFill>
                <a:latin typeface="Arial"/>
              </a:rPr>
              <a:t>206 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743200"/>
            <a:ext cx="1737360" cy="12344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3182112"/>
            <a:ext cx="1737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440"/>
                </a:solidFill>
                <a:latin typeface="Arial"/>
              </a:rPr>
              <a:t>206 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743200"/>
            <a:ext cx="1737360" cy="12344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182112"/>
            <a:ext cx="1737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440"/>
                </a:solidFill>
                <a:latin typeface="Arial"/>
              </a:rPr>
              <a:t>206 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26A70"/>
                </a:solidFill>
                <a:latin typeface="Arial"/>
              </a:rPr>
              <a:t>预测问题：你会把 206 看成多少来估？先说理由，不用列竖式。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2 周｜乘法里的百、十和一</dc:title>
  <dc:subject>三年级数学学生课堂演示稿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